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lab on the projector before class. The tour starts on step 1; press Load this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steps 1 to 3: the drover, the lamplighter, the cooper. Ask: which nodes are conditions, which are actions, which are composites?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 4, the courier. The timeline: each row is a key, each column a tick. The gold lines mark where a move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 5. Space pauses; the full stop key steps one 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 6, the lamplighter. The step pauses as high guard starts. Step through and watch the gap shrink and the keys switch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 7. The table lists each combination tried and its score; the chosen one is highlighted.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step 8 is the throw; step 9 is this one; step 10 is the thresher's repeat decorator; step 11 is a fight of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When a tree says “guard high,” what does the character press?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BT Lab · behavior trees, a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B2A28"/>
                </a:solidFill>
                <a:latin typeface="Georgia"/>
              </a:defRPr>
            </a:pPr>
            <a:r>
              <a:t>A behavior tree chooses an action. The game understands keys: raise the shoulder, bend the elbow, step left or right.</a:t>
            </a:r>
          </a:p>
          <a:p>
            <a:pPr>
              <a:spcAft>
                <a:spcPts val="1000"/>
              </a:spcAft>
              <a:defRPr sz="2100" b="0">
                <a:solidFill>
                  <a:srgbClr val="2B2A28"/>
                </a:solidFill>
                <a:latin typeface="Georgia"/>
              </a:defRPr>
            </a:pPr>
            <a:r>
              <a:t>Between the two is a layer the reading leaves out: how an action becomes the keys a character presses on each tick.</a:t>
            </a:r>
          </a:p>
          <a:p>
            <a:pPr>
              <a:spcAft>
                <a:spcPts val="1000"/>
              </a:spcAft>
              <a:defRPr sz="2100" b="1">
                <a:solidFill>
                  <a:srgbClr val="3E4A89"/>
                </a:solidFill>
                <a:latin typeface="Georgia"/>
              </a:defRPr>
            </a:pPr>
            <a:r>
              <a:t>Open the lab with me:</a:t>
            </a:r>
          </a:p>
          <a:p>
            <a:pPr>
              <a:spcAft>
                <a:spcPts val="1000"/>
              </a:spcAft>
              <a:defRPr sz="2100" b="0">
                <a:solidFill>
                  <a:srgbClr val="2B2A28"/>
                </a:solidFill>
                <a:latin typeface="Georgia"/>
              </a:defRPr>
            </a:pPr>
            <a:r>
              <a:t>sgilson7.github.io/vagrancy/bt-lab.html</a:t>
            </a:r>
          </a:p>
        </p:txBody>
      </p:sp>
      <p:pic>
        <p:nvPicPr>
          <p:cNvPr id="5" name="Picture 4" descr="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212080" cy="27915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A tree is made of tasks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Conditions check, actions do, composites run other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? Selector: a fallback list.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It tries its children in order and runs the first one that can run.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→ Sequence: a plan.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It runs its children in order and stops at the first that fails. The conditions come first, then the action.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In the lab, the nodes that ran this tick are filled; a condition that held has a gold edge; one that failed fades.</a:t>
            </a:r>
          </a:p>
        </p:txBody>
      </p:sp>
      <p:pic>
        <p:nvPicPr>
          <p:cNvPr id="5" name="Picture 4" descr="tree_dr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19" cy="2040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Actions keep running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The reading's question: true and false cannot say “still running”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A move takes many ticks. While it runs, the tree resumes it instead of choosing again. A node with a dashed edge is checked on each tick anyway, and it can cut a running move short.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0636842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From an action to keys: a script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Fixed keys for each span of ticks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The hay mower's overhead swing holds the shoulder key up for sixteen ticks, then down with the elbow straightened.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Pause, then step one tick at a time: the highlighted line is the one playing.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Ask:** why does a swing need many ticks of the same key, rather than one press?</a:t>
            </a:r>
          </a:p>
        </p:txBody>
      </p:sp>
      <p:pic>
        <p:nvPicPr>
          <p:cNvPr id="5" name="Picture 4" descr="scrip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324194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From an action to keys: a controller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“Guard high” names a pose, not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On each tick a small controller compares each joint with the pose. It aims to turn a tenth of the gap, and presses a key only when the joint turns too slowly or too fast for that aim.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An earlier version pressed toward the pose until the arm arrived, and swung past it every time.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Ask:** why aim for a speed instead of a position?</a:t>
            </a:r>
          </a:p>
        </p:txBody>
      </p:sp>
      <p:pic>
        <p:nvPicPr>
          <p:cNvPr id="5" name="Picture 4" descr="pos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275594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From an action to keys: a search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The tree picks the kind of thing to do; the search picks the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The archivist's last rule is a search. It tries a few key combinations on a copy of the world a short way ahead, scores each, and presses the best for a few ticks.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Ask:** where else could a tree hand a choice to a search?</a:t>
            </a:r>
          </a:p>
        </p:txBody>
      </p:sp>
      <p:pic>
        <p:nvPicPr>
          <p:cNvPr id="5" name="Picture 4" descr="search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669280" cy="1340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Parallel: a tree for each pair of arms, and one for the legs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The village deity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Each tree presses its own keys, and the body receives them together on the same tick.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Ask:** what could go wrong if two trees pressed the same key? How is that kept from happening here?</a:t>
            </a:r>
          </a:p>
        </p:txBody>
      </p:sp>
      <p:pic>
        <p:nvPicPr>
          <p:cNvPr id="5" name="Picture 4" descr="tree_de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6766560" cy="3454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B2A28"/>
                </a:solidFill>
                <a:latin typeface="Georgia"/>
              </a:defRPr>
            </a:pPr>
            <a:r>
              <a:t>Running the tour in class</a:t>
            </a:r>
          </a:p>
          <a:p>
            <a:pPr>
              <a:defRPr sz="1600">
                <a:solidFill>
                  <a:srgbClr val="6B6457"/>
                </a:solidFill>
                <a:latin typeface="Georgia"/>
              </a:defRPr>
            </a:pPr>
            <a:r>
              <a:t>Eleven steps, about ten minutes each in pairs, or two to three minutes each as a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280160" cy="73152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Load this step** sets up the two fighters and the speed.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Space** pauses and resumes; the **full stop** key steps one tick.</a:t>
            </a:r>
          </a:p>
          <a:p>
            <a:pPr>
              <a:spcAft>
                <a:spcPts val="1000"/>
              </a:spcAft>
              <a:defRPr sz="1900" b="1">
                <a:solidFill>
                  <a:srgbClr val="3E4A89"/>
                </a:solidFill>
                <a:latin typeface="Georgia"/>
              </a:defRPr>
            </a:pPr>
            <a:r>
              <a:t>Show the tree of** switches between the two fighters.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Each step ends with a question to discuss.</a:t>
            </a:r>
          </a:p>
          <a:p>
            <a:pPr>
              <a:spcAft>
                <a:spcPts val="1000"/>
              </a:spcAft>
              <a:defRPr sz="1900" b="0">
                <a:solidFill>
                  <a:srgbClr val="2B2A28"/>
                </a:solidFill>
                <a:latin typeface="Georgia"/>
              </a:defRPr>
            </a:pPr>
            <a:r>
              <a:t>The last step is yours: fight the lamplighter with the keys and watch its tree answer you.</a:t>
            </a:r>
          </a:p>
        </p:txBody>
      </p:sp>
      <p:pic>
        <p:nvPicPr>
          <p:cNvPr id="5" name="Picture 4" descr="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94960" cy="1411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